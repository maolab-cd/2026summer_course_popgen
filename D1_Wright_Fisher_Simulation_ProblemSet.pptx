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Arial"/>
              </a:defRPr>
            </a:pPr>
            <a:r>
              <a:t>Wright–Fisher Genetic Drift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  <a:latin typeface="Arial"/>
              </a:defRPr>
            </a:pPr>
            <a:r>
              <a:t>Exercise: use simulation to see how population size and starting allele frequency shape random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5440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Model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At each generation, the number of copies of an allele is sampled from a binomial distribution: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Xₜ₊₁ ~ Binomial(2N, pₜ)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pₜ₊₁ = Xₜ₊₁ / 2N</a:t>
            </a:r>
          </a:p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Simulation settings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Effective population sizes: N = 50, 100, 1000, 5000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Starting allele frequencies: p₀ = 0.01, 0.10, 0.50, 0.80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Generations: 100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Replicates per condition: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08760"/>
            <a:ext cx="5257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Questions</a:t>
            </a:r>
          </a:p>
          <a:p>
            <a:pPr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1. Which panels show the strongest random fluctuations? Why?</a:t>
            </a:r>
          </a:p>
          <a:p>
            <a:pPr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2. Why are rare alleles more likely to be lost early?</a:t>
            </a:r>
          </a:p>
          <a:p>
            <a:pPr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3. How does increasing N change the probability of fixation or loss within 100 generations?</a:t>
            </a:r>
          </a:p>
          <a:p>
            <a:pPr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4. Why can a neutral allele still become fixed?</a:t>
            </a: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Python task</a:t>
            </a:r>
          </a:p>
          <a:p>
            <a:pPr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Run wright_fisher_simulation_exercise.py and compare trajectories across N and p₀. Then modify n_reps or n_gen and re-run the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Macintosh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Xiaowei Mao</cp:lastModifiedBy>
  <cp:revision>2</cp:revision>
  <dcterms:created xsi:type="dcterms:W3CDTF">2013-01-27T09:14:16Z</dcterms:created>
  <dcterms:modified xsi:type="dcterms:W3CDTF">2026-07-07T05:21:39Z</dcterms:modified>
  <cp:category/>
</cp:coreProperties>
</file>